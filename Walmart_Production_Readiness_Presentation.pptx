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6304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Readiness,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Standardized.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640080" y="3749040"/>
            <a:ext cx="731520" cy="457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Walmart × Port  ·  TSM / TSE Home Assignment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PRESENTER NAME ]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Engineering &amp; Developer Experience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54480"/>
            <a:ext cx="3840480" cy="132588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Golden paths, not gatekeepers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internal paved roads that let developers ship faster — with built-in guardrails.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554480"/>
            <a:ext cx="3840480" cy="132588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pane of glass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Services, ownership, standards, and self-service actions all in one place.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840480" cy="132588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383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the right thing easy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 how easily developers can discover, build, deploy, and operate software.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108960"/>
            <a:ext cx="3840480" cy="132588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0" y="3383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 faster · 60% fewer incidents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Gartner: orgs with mature platform engineering see significantly better outcomes.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Problem: Inconsistent Production Readiness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WALMART'S REALITY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12,000 developers across 10 global hubs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 of microservices shipping daily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hub defines "production ready" differently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429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centralized visibility into maturity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18288" cy="2743200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463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IMPACT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Incidents spike during Black Friday peaks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2423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MTTR varies 3–5× across hubs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926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team: 40%+ time on manual reviews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3429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drift — teams pass, then regress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Feels the Pain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08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5087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does production ready even mean for my service?"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8046720" cy="9144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Leads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926080" y="21031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checklists, inconsistent enforcement across hubs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8046720" cy="9144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Engineers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2697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Bottlenecked reviewing hundreds of services manually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9144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91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VP Engineering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26080" y="3291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 into org-wide production readiness posture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9144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886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SREs / On-Call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3886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Paged for incidents on services that skipped checks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Case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73736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$13M+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94360" y="31089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hour of downtime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during peak retail events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51760" y="173736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2788920" y="31089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platform team capacity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consumed by manual reviews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73736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4983480" y="31089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Variation in incident rates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 vs. weak standards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040880" y="173736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7178040" y="31089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 improvement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measurable revenue protection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avoided outage pays for the platform.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Manual to Automated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 PORT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FF6B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asks team lead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77440" y="2176272"/>
            <a:ext cx="36576" cy="8229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258568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FF6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2585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22585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checks hub-specific wiki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2651760"/>
            <a:ext cx="36576" cy="8229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734056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FF6B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340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27340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review, ad hoc tools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3127248"/>
            <a:ext cx="36576" cy="8229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09544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FF6B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2095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2095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Subjective approval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3602736"/>
            <a:ext cx="36576" cy="8229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685032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FF6B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68503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3685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→ gaps in production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77440" y="4078224"/>
            <a:ext cx="36576" cy="8229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160520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FF6B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1605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Retrospective → ad hoc fix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1783080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1A223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03520" y="17830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Auto-ingested from GitHub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675120" y="2176272"/>
            <a:ext cx="36576" cy="82296"/>
          </a:xfrm>
          <a:prstGeom prst="rect">
            <a:avLst/>
          </a:prstGeom>
          <a:solidFill>
            <a:srgbClr val="1A2238"/>
          </a:solidFill>
          <a:ln w="12700">
            <a:solidFill>
              <a:srgbClr val="1A22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2258568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1A223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0" y="22585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03520" y="22585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Scorecard evaluates 24/7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675120" y="2651760"/>
            <a:ext cx="36576" cy="82296"/>
          </a:xfrm>
          <a:prstGeom prst="rect">
            <a:avLst/>
          </a:prstGeom>
          <a:solidFill>
            <a:srgbClr val="1A2238"/>
          </a:solidFill>
          <a:ln w="12700">
            <a:solidFill>
              <a:srgbClr val="1A223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0" y="2734056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1A223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27340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303520" y="27340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sees gaps in real time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675120" y="3127248"/>
            <a:ext cx="36576" cy="82296"/>
          </a:xfrm>
          <a:prstGeom prst="rect">
            <a:avLst/>
          </a:prstGeom>
          <a:solidFill>
            <a:srgbClr val="1A2238"/>
          </a:solidFill>
          <a:ln w="12700">
            <a:solidFill>
              <a:srgbClr val="1A22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3209544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1A22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32095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03520" y="32095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Self-service action requests review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675120" y="3602736"/>
            <a:ext cx="36576" cy="82296"/>
          </a:xfrm>
          <a:prstGeom prst="rect">
            <a:avLst/>
          </a:prstGeom>
          <a:solidFill>
            <a:srgbClr val="1A2238"/>
          </a:solidFill>
          <a:ln w="12700">
            <a:solidFill>
              <a:srgbClr val="1A223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54880" y="3685032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1A223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37760" y="368503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303520" y="3685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shows org-wide posture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675120" y="4078224"/>
            <a:ext cx="36576" cy="82296"/>
          </a:xfrm>
          <a:prstGeom prst="rect">
            <a:avLst/>
          </a:prstGeom>
          <a:solidFill>
            <a:srgbClr val="1A2238"/>
          </a:solidFill>
          <a:ln w="12700">
            <a:solidFill>
              <a:srgbClr val="1A223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754880" y="4160520"/>
            <a:ext cx="3931920" cy="384048"/>
          </a:xfrm>
          <a:prstGeom prst="rect">
            <a:avLst/>
          </a:prstGeom>
          <a:solidFill>
            <a:srgbClr val="FAFAF7"/>
          </a:solidFill>
          <a:ln w="6350">
            <a:solidFill>
              <a:srgbClr val="1A223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41605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03520" y="41605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gating enforces standards</a:t>
            </a:r>
            <a:endParaRPr lang="en-US" sz="1100" dirty="0"/>
          </a:p>
        </p:txBody>
      </p:sp>
      <p:pic>
        <p:nvPicPr>
          <p:cNvPr id="5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3017520"/>
            <a:ext cx="274320" cy="274320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Built in 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54480"/>
            <a:ext cx="3840480" cy="132588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91640"/>
            <a:ext cx="640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150876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Integration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2677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microservice repos auto-synced. README, CODEOWNERS, CI workflows ingested.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554480"/>
            <a:ext cx="3840480" cy="132588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691640"/>
            <a:ext cx="640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571500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Walmart Production Readiness Scorecard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22677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custom rules across Silver and Gold. Continuously evaluated per service.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3840480" cy="132588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246120"/>
            <a:ext cx="640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1508760" y="3383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Request Prod Review Action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508760" y="38221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Day-2 self-service action using UPSERT_ENTITY. No backend required.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3108960"/>
            <a:ext cx="3840480" cy="132588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37760" y="3246120"/>
            <a:ext cx="640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5715000" y="3383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Readiness Dashboard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715000" y="38221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services, Gold path, and Needs Attention with embedded action card.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Scorecard: 3 Rules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Basic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Default — no rules passed yet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0" y="171907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Starting point for every new service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8229600" cy="91440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Silver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Operationally sound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26080" y="277063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 Monitoring (Datadog) — hasMonitoring = true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31363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Critical Vulnerabilities (Snyk) — criticalVulns ≤ 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FAFAF7"/>
          </a:solidFill>
          <a:ln w="6350">
            <a:solidFill>
              <a:srgbClr val="E5E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Production-ready, excellence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26080" y="38221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 On-Call Runbook — hasRunbook = 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Self-Service: Request Production Readiness Review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08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CONFIGURATION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  </a:t>
            </a:r>
            <a:pPr indent="0" marL="0">
              <a:buNone/>
            </a:pPr>
            <a:r>
              <a:rPr lang="en-US" sz="1200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Day-2 — operates on existing service
</a:t>
            </a:r>
            <a:pPr indent="0" marL="0">
              <a:buNone/>
            </a:pPr>
            <a:r>
              <a:rPr lang="en-US" sz="1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   </a:t>
            </a:r>
            <a:pPr indent="0" marL="0">
              <a:buNone/>
            </a:pPr>
            <a:r>
              <a:rPr lang="en-US" sz="1200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clicks "Request Prod Review"
</a:t>
            </a:r>
            <a:pPr indent="0" marL="0">
              <a:buNone/>
            </a:pPr>
            <a:r>
              <a:rPr lang="en-US" sz="1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Inputs
</a:t>
            </a:r>
            <a:pPr indent="0" marL="0">
              <a:buNone/>
            </a:pPr>
            <a:r>
              <a:rPr lang="en-US" sz="1200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Level — Bronze | Silver | Gold
</a:t>
            </a:r>
            <a:pPr indent="0" marL="0">
              <a:buNone/>
            </a:pPr>
            <a:r>
              <a:rPr lang="en-US" sz="1200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Notes — free-text context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0" y="1463040"/>
            <a:ext cx="18288" cy="3108960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508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HAPPENS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3776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Entity updated: reviewRequested = true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targetLevel set from developer input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reviewNotes stored for platform team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Future: webhook → Slack + Jira ticket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548640" y="228600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377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Walking through Port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Catalog — 5 Walmart microservices from GitHub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3649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33649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dive — Gold vs. Basic side-by-side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7124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7124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Scorecard — rules evaluating live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059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4059936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Self-service — trigger review action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44074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44074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— org-wide posture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Outcomes in 6 Months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A22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METRIC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84048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6364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8229600" cy="18288"/>
          </a:xfrm>
          <a:prstGeom prst="rect">
            <a:avLst/>
          </a:prstGeom>
          <a:solidFill>
            <a:srgbClr val="1A2238"/>
          </a:solidFill>
          <a:ln w="12700">
            <a:solidFill>
              <a:srgbClr val="1A22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11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readiness compliance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~35%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6364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80%+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50592"/>
            <a:ext cx="8229600" cy="9144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review time per service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2–4 hours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07792"/>
            <a:ext cx="8229600" cy="9144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926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team review capacity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048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40%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6364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&lt;10%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64992"/>
            <a:ext cx="8229600" cy="9144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383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Incidents from readiness gaps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4048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Baseline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6364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50% fewer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822192"/>
            <a:ext cx="8229600" cy="9144"/>
          </a:xfrm>
          <a:prstGeom prst="rect">
            <a:avLst/>
          </a:prstGeom>
          <a:solidFill>
            <a:srgbClr val="E5E5E0"/>
          </a:solidFill>
          <a:ln w="12700">
            <a:solidFill>
              <a:srgbClr val="E5E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840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time-to-deploy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0" y="3840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Days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63640" y="3840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Hours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Fewer incidents · faster deploys · reclaimed capacity.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Kubernetes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 clusters, namespaces, deployments per hub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Snyk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1920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Real-time vulnerability scoring in the scorecard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Datadog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Auto-validate monitoring and alerting coverage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Gating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926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Block deploys below Bronze in GitHub Actions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Scorecards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9319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Security, cost, documentation — layered on top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10-Hub Rollout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39319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Hub-specific dashboards for regional leadership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6BA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6459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731520" cy="457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6BA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PRESENTER NAME ]  ·  [ EMAIL ]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Walmart Production Readiness — Port</dc:title>
  <dc:subject>PptxGenJS Presentation</dc:subject>
  <dc:creator>Kaylah Gore</dc:creator>
  <cp:lastModifiedBy>Kaylah Gore</cp:lastModifiedBy>
  <cp:revision>1</cp:revision>
  <dcterms:created xsi:type="dcterms:W3CDTF">2026-05-18T16:34:08Z</dcterms:created>
  <dcterms:modified xsi:type="dcterms:W3CDTF">2026-05-18T16:34:08Z</dcterms:modified>
</cp:coreProperties>
</file>